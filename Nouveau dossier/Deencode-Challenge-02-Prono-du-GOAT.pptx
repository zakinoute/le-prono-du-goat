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53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-2743200"/>
            <a:ext cx="82296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743200"/>
            <a:ext cx="7315200" cy="7315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9436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  ·  CHALLENGE MENSUEL #02  ·  JUIN 2026</a:t>
            </a:r>
            <a:endParaRPr lang="en-US" sz="1000" dirty="0"/>
          </a:p>
        </p:txBody>
      </p:sp>
      <p:sp>
        <p:nvSpPr>
          <p:cNvPr id="7" name="Shape 1"/>
          <p:cNvSpPr/>
          <p:nvPr/>
        </p:nvSpPr>
        <p:spPr>
          <a:xfrm>
            <a:off x="594360" y="2194560"/>
            <a:ext cx="36576" cy="24688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2"/>
          <p:cNvSpPr/>
          <p:nvPr/>
        </p:nvSpPr>
        <p:spPr>
          <a:xfrm>
            <a:off x="86868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Prono</a:t>
            </a:r>
            <a:endParaRPr lang="en-US" sz="6000" dirty="0"/>
          </a:p>
        </p:txBody>
      </p:sp>
      <p:sp>
        <p:nvSpPr>
          <p:cNvPr id="9" name="Text 3"/>
          <p:cNvSpPr/>
          <p:nvPr/>
        </p:nvSpPr>
        <p:spPr>
          <a:xfrm>
            <a:off x="86868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GOAT</a:t>
            </a:r>
            <a:endParaRPr lang="en-US" sz="6000" dirty="0"/>
          </a:p>
        </p:txBody>
      </p:sp>
      <p:sp>
        <p:nvSpPr>
          <p:cNvPr id="10" name="Text 4"/>
          <p:cNvSpPr/>
          <p:nvPr/>
        </p:nvSpPr>
        <p:spPr>
          <a:xfrm>
            <a:off x="8686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Construis l'app de pronostics qui fait vibrer les fans pendant la Coupe du Monde 2026.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59436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Apprends. Construis. Vis de l'IA.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" y="-1828800"/>
            <a:ext cx="6400800" cy="6400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00"/>
            <a:ext cx="6400800" cy="6400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8" name="Text 2"/>
          <p:cNvSpPr/>
          <p:nvPr/>
        </p:nvSpPr>
        <p:spPr>
          <a:xfrm>
            <a:off x="59436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RENCONTRE</a:t>
            </a:r>
            <a:endParaRPr lang="en-US" sz="1000" dirty="0"/>
          </a:p>
        </p:txBody>
      </p:sp>
      <p:sp>
        <p:nvSpPr>
          <p:cNvPr id="9" name="Text 3"/>
          <p:cNvSpPr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 Benzouaoui, 28 ans</a:t>
            </a:r>
            <a:endParaRPr lang="en-US" sz="3200" dirty="0"/>
          </a:p>
        </p:txBody>
      </p:sp>
      <p:sp>
        <p:nvSpPr>
          <p:cNvPr id="10" name="Text 4"/>
          <p:cNvSpPr/>
          <p:nvPr/>
        </p:nvSpPr>
        <p:spPr>
          <a:xfrm>
            <a:off x="594360" y="1691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des « Experts du Ballon »  ·  Lyon, Guillotière  ·  230 membres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7680960" y="214884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0F192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7"/>
          <p:cNvSpPr/>
          <p:nvPr/>
        </p:nvSpPr>
        <p:spPr>
          <a:xfrm>
            <a:off x="795528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CHAOS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7955280" y="269748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gens modifient leurs pronos APRÈS le match
</a:t>
            </a:r>
            <a:r>
              <a:rPr lang="en-US" sz="11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crash quand 30 personnes l'ouvrent
2h par jour à calculer les points manuellement
Disputes hebdomadaires sur le classement
Aucune stat, aucun historique, zéro fun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9436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 veut vivre sa Coupe du Monde, pas la gérer sur Excel.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594360" y="2148840"/>
            <a:ext cx="6766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2018, Karim est l'admin auto-proclamé du groupe Discord « Les Experts du Ballon ».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membres à l'origine — des potes d'enfance, des collègues, des cousins.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deal : à chaque grande compétition, Karim organise un concours de pronostics.
Le problème : il gère tout sur un </a:t>
            </a: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 partagé</a:t>
            </a: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Et c'est l'enfer.
Cette année, c'est la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 du Monde 2026</a:t>
            </a: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48 équipes. 104 matchs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 groupe a explosé à</a:t>
            </a: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2 000 membres</a:t>
            </a: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-1828800"/>
            <a:ext cx="82296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7" name="Text 2"/>
          <p:cNvSpPr/>
          <p:nvPr/>
        </p:nvSpPr>
        <p:spPr>
          <a:xfrm>
            <a:off x="59436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MISSION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à résoudre</a:t>
            </a:r>
            <a:endParaRPr lang="en-US" sz="3200" dirty="0"/>
          </a:p>
        </p:txBody>
      </p:sp>
      <p:sp>
        <p:nvSpPr>
          <p:cNvPr id="9" name="Shape 4"/>
          <p:cNvSpPr/>
          <p:nvPr/>
        </p:nvSpPr>
        <p:spPr>
          <a:xfrm>
            <a:off x="1097280" y="2560320"/>
            <a:ext cx="45720" cy="22860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1371600" y="260604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Construis l'app de pronostics de la Coupe du Monde 2026.
</a:t>
            </a:r>
            <a:r>
              <a:rPr lang="en-US" sz="16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Pronostics </a:t>
            </a:r>
            <a:r>
              <a:rPr lang="en-US" sz="1600" i="1" dirty="0">
                <a:solidFill>
                  <a:srgbClr val="A8B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verrouillés au coup d'envoi, </a:t>
            </a:r>
            <a:r>
              <a:rPr lang="en-US" sz="16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classement automatique </a:t>
            </a:r>
            <a:r>
              <a:rPr lang="en-US" sz="1600" i="1" dirty="0">
                <a:solidFill>
                  <a:srgbClr val="A8B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temps réel, </a:t>
            </a:r>
            <a:r>
              <a:rPr lang="en-US" sz="16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ligues privées </a:t>
            </a:r>
            <a:r>
              <a:rPr lang="en-US" sz="1600" i="1" dirty="0">
                <a:solidFill>
                  <a:srgbClr val="A8B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amis, et une </a:t>
            </a:r>
            <a:r>
              <a:rPr lang="en-US" sz="16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qui analyse le profil </a:t>
            </a:r>
            <a:r>
              <a:rPr lang="en-US" sz="1600" i="1" dirty="0">
                <a:solidFill>
                  <a:srgbClr val="A8B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chaque pronostiqueur.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équipes. 104 matchs. 230 amis. Et toi au milieu.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1828800"/>
            <a:ext cx="73152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-1828800"/>
            <a:ext cx="6400800" cy="6400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8" name="Text 2"/>
          <p:cNvSpPr/>
          <p:nvPr/>
        </p:nvSpPr>
        <p:spPr>
          <a:xfrm>
            <a:off x="59436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000" dirty="0"/>
          </a:p>
        </p:txBody>
      </p:sp>
      <p:sp>
        <p:nvSpPr>
          <p:cNvPr id="9" name="Text 3"/>
          <p:cNvSpPr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recommandée</a:t>
            </a:r>
            <a:endParaRPr lang="en-US" sz="3200" dirty="0"/>
          </a:p>
        </p:txBody>
      </p:sp>
      <p:sp>
        <p:nvSpPr>
          <p:cNvPr id="10" name="Shape 4"/>
          <p:cNvSpPr/>
          <p:nvPr/>
        </p:nvSpPr>
        <p:spPr>
          <a:xfrm>
            <a:off x="594360" y="20116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5"/>
          <p:cNvSpPr/>
          <p:nvPr/>
        </p:nvSpPr>
        <p:spPr>
          <a:xfrm>
            <a:off x="731520" y="2286000"/>
            <a:ext cx="73152" cy="4572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6"/>
          <p:cNvSpPr/>
          <p:nvPr/>
        </p:nvSpPr>
        <p:spPr>
          <a:xfrm>
            <a:off x="96012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96012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297680" y="20116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0"/>
          <p:cNvSpPr/>
          <p:nvPr/>
        </p:nvSpPr>
        <p:spPr>
          <a:xfrm>
            <a:off x="4434840" y="2286000"/>
            <a:ext cx="73152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1"/>
          <p:cNvSpPr/>
          <p:nvPr/>
        </p:nvSpPr>
        <p:spPr>
          <a:xfrm>
            <a:off x="466344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66344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Auth · Storage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66344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RLS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001000" y="20116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8138160" y="228600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836676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Functions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836676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3667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live + notifs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94360" y="39776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731520" y="4251960"/>
            <a:ext cx="73152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/>
          <p:nvPr/>
        </p:nvSpPr>
        <p:spPr>
          <a:xfrm>
            <a:off x="96012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Football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60120" y="4663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matchs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6012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temps réel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297680" y="39776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5"/>
          <p:cNvSpPr/>
          <p:nvPr/>
        </p:nvSpPr>
        <p:spPr>
          <a:xfrm>
            <a:off x="4434840" y="4251960"/>
            <a:ext cx="73152" cy="4572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6"/>
          <p:cNvSpPr/>
          <p:nvPr/>
        </p:nvSpPr>
        <p:spPr>
          <a:xfrm>
            <a:off x="466344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4663440" y="4663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IA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66344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+ analyses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8001000" y="39776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0"/>
          <p:cNvSpPr/>
          <p:nvPr/>
        </p:nvSpPr>
        <p:spPr>
          <a:xfrm>
            <a:off x="8138160" y="4251960"/>
            <a:ext cx="73152" cy="457200"/>
          </a:xfrm>
          <a:prstGeom prst="rect">
            <a:avLst/>
          </a:prstGeom>
          <a:solidFill>
            <a:srgbClr val="A8BDD0"/>
          </a:solidFill>
          <a:ln w="12700">
            <a:solidFill>
              <a:srgbClr val="A8B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1"/>
          <p:cNvSpPr/>
          <p:nvPr/>
        </p:nvSpPr>
        <p:spPr>
          <a:xfrm>
            <a:off x="836676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800" dirty="0"/>
          </a:p>
        </p:txBody>
      </p:sp>
      <p:sp>
        <p:nvSpPr>
          <p:cNvPr id="38" name="Text 32"/>
          <p:cNvSpPr/>
          <p:nvPr/>
        </p:nvSpPr>
        <p:spPr>
          <a:xfrm>
            <a:off x="8366760" y="4663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836676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mobile-first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recommandée. Tu maîtrises autre chose ? Libre à toi — on évalue le résultat.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-2743200"/>
            <a:ext cx="73152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657600"/>
            <a:ext cx="6400800" cy="6400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8" name="Shape 2"/>
          <p:cNvSpPr/>
          <p:nvPr/>
        </p:nvSpPr>
        <p:spPr>
          <a:xfrm>
            <a:off x="594360" y="5943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3"/>
          <p:cNvSpPr/>
          <p:nvPr/>
        </p:nvSpPr>
        <p:spPr>
          <a:xfrm>
            <a:off x="594360" y="594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2103120" y="5486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 respire</a:t>
            </a:r>
            <a:endParaRPr lang="en-US" sz="2800" dirty="0"/>
          </a:p>
        </p:txBody>
      </p:sp>
      <p:sp>
        <p:nvSpPr>
          <p:cNvPr id="11" name="Text 5"/>
          <p:cNvSpPr/>
          <p:nvPr/>
        </p:nvSpPr>
        <p:spPr>
          <a:xfrm>
            <a:off x="2103120" y="10515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QUI REMPLACE LE GOOGLE SHEET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Les pronos sont verrouillés, le classement est automatique. Karim ne touche plus un tableur.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594360" y="22585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8"/>
          <p:cNvSpPr/>
          <p:nvPr/>
        </p:nvSpPr>
        <p:spPr>
          <a:xfrm>
            <a:off x="868680" y="22376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Supabase (inscription / connexion)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94360" y="2679192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0"/>
          <p:cNvSpPr/>
          <p:nvPr/>
        </p:nvSpPr>
        <p:spPr>
          <a:xfrm>
            <a:off x="868680" y="26582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ligue privée avec code d'invitation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94360" y="3099816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2"/>
          <p:cNvSpPr/>
          <p:nvPr/>
        </p:nvSpPr>
        <p:spPr>
          <a:xfrm>
            <a:off x="868680" y="30788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Rejoindre une ligue via le code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94360" y="352044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4"/>
          <p:cNvSpPr/>
          <p:nvPr/>
        </p:nvSpPr>
        <p:spPr>
          <a:xfrm>
            <a:off x="868680" y="349949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matchs (phase de groupes min.)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94360" y="3941064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868680" y="392011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 score exact par match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355080" y="22585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8"/>
          <p:cNvSpPr/>
          <p:nvPr/>
        </p:nvSpPr>
        <p:spPr>
          <a:xfrm>
            <a:off x="6629400" y="224649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Verrouillage auto au coup d'envoi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355080" y="2679192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6629400" y="266712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 points automatique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355080" y="3099816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2"/>
          <p:cNvSpPr/>
          <p:nvPr/>
        </p:nvSpPr>
        <p:spPr>
          <a:xfrm>
            <a:off x="6629400" y="308774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temps réel de la ligue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355080" y="352044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6629400" y="350837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perso (pronos, points, rang)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355080" y="3941064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6"/>
          <p:cNvSpPr/>
          <p:nvPr/>
        </p:nvSpPr>
        <p:spPr>
          <a:xfrm>
            <a:off x="6629400" y="392899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mobile-first + déployé Vercel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1828800"/>
            <a:ext cx="73152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-2743200"/>
            <a:ext cx="7315200" cy="7315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8" name="Shape 2"/>
          <p:cNvSpPr/>
          <p:nvPr/>
        </p:nvSpPr>
        <p:spPr>
          <a:xfrm>
            <a:off x="594360" y="5943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3"/>
          <p:cNvSpPr/>
          <p:nvPr/>
        </p:nvSpPr>
        <p:spPr>
          <a:xfrm>
            <a:off x="594360" y="594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2103120" y="5486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Critères de validation</a:t>
            </a:r>
            <a:endParaRPr lang="en-US" sz="2800" dirty="0"/>
          </a:p>
        </p:txBody>
      </p:sp>
      <p:sp>
        <p:nvSpPr>
          <p:cNvPr id="11" name="Shape 5"/>
          <p:cNvSpPr/>
          <p:nvPr/>
        </p:nvSpPr>
        <p:spPr>
          <a:xfrm>
            <a:off x="594360" y="155448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6"/>
          <p:cNvSpPr/>
          <p:nvPr/>
        </p:nvSpPr>
        <p:spPr>
          <a:xfrm>
            <a:off x="8229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822960" y="22402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Verrouillage fonctionnel au kick-off
✓  Classement se met à jour sans bug
✓  Auth + ligue privée OK
✓  Responsive mobile
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434840" y="155448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9"/>
          <p:cNvSpPr/>
          <p:nvPr/>
        </p:nvSpPr>
        <p:spPr>
          <a:xfrm>
            <a:off x="46634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663440" y="22402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 nouveau joueur rejoint en &lt; 1 min
✓  Aucune triche possible après coup d'envoi
✓  Karim n'intervient plus manuellement
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8275320" y="155448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2"/>
          <p:cNvSpPr/>
          <p:nvPr/>
        </p:nvSpPr>
        <p:spPr>
          <a:xfrm>
            <a:off x="85039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503920" y="22402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README architecture
✓  Vidéo Loom de 3 min
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94360" y="5715000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0F192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5"/>
          <p:cNvSpPr/>
          <p:nvPr/>
        </p:nvSpPr>
        <p:spPr>
          <a:xfrm>
            <a:off x="777240" y="57150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🏁  Au bout du Niveau 1, Karim regarde le match au lieu de mettre à jour un tableur.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-2743200"/>
            <a:ext cx="73152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657600"/>
            <a:ext cx="6400800" cy="6400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8" name="Shape 2"/>
          <p:cNvSpPr/>
          <p:nvPr/>
        </p:nvSpPr>
        <p:spPr>
          <a:xfrm>
            <a:off x="594360" y="5943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3"/>
          <p:cNvSpPr/>
          <p:nvPr/>
        </p:nvSpPr>
        <p:spPr>
          <a:xfrm>
            <a:off x="594360" y="594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2103120" y="5486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 kiffe</a:t>
            </a:r>
            <a:endParaRPr lang="en-US" sz="2800" dirty="0"/>
          </a:p>
        </p:txBody>
      </p:sp>
      <p:sp>
        <p:nvSpPr>
          <p:cNvPr id="11" name="Text 5"/>
          <p:cNvSpPr/>
          <p:nvPr/>
        </p:nvSpPr>
        <p:spPr>
          <a:xfrm>
            <a:off x="2103120" y="10515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SOCIALE ET INTELLIGENTE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Scores live, badges, profils IA. Les potes de Karim sont accros.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594360" y="22585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8"/>
          <p:cNvSpPr/>
          <p:nvPr/>
        </p:nvSpPr>
        <p:spPr>
          <a:xfrm>
            <a:off x="868680" y="224649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Niveau 1 +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94360" y="26791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0"/>
          <p:cNvSpPr/>
          <p:nvPr/>
        </p:nvSpPr>
        <p:spPr>
          <a:xfrm>
            <a:off x="868680" y="266712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live via API Football + n8n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94360" y="309981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2"/>
          <p:cNvSpPr/>
          <p:nvPr/>
        </p:nvSpPr>
        <p:spPr>
          <a:xfrm>
            <a:off x="868680" y="308774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auto-mis à jour après chaque match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94360" y="35204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4"/>
          <p:cNvSpPr/>
          <p:nvPr/>
        </p:nvSpPr>
        <p:spPr>
          <a:xfrm>
            <a:off x="868680" y="350837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Réactions / commentaires par match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94360" y="394106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868680" y="392899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(rappel, résultat, top 3)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355080" y="22585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8"/>
          <p:cNvSpPr/>
          <p:nvPr/>
        </p:nvSpPr>
        <p:spPr>
          <a:xfrm>
            <a:off x="6629400" y="22642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&amp; achievements (série, meilleur du jour...)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355080" y="26791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6629400" y="26848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perso (taux réussite, équipe fétiche, biais)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355080" y="309981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2"/>
          <p:cNvSpPr/>
          <p:nvPr/>
        </p:nvSpPr>
        <p:spPr>
          <a:xfrm>
            <a:off x="6629400" y="31055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IA par Claude (L'Optimiste, Le Réaliste...)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355080" y="35204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6629400" y="35261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IA de la journée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355080" y="394106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6"/>
          <p:cNvSpPr/>
          <p:nvPr/>
        </p:nvSpPr>
        <p:spPr>
          <a:xfrm>
            <a:off x="6629400" y="39467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soigné + page publique partageable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1828800"/>
            <a:ext cx="73152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-2743200"/>
            <a:ext cx="7315200" cy="7315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8" name="Shape 2"/>
          <p:cNvSpPr/>
          <p:nvPr/>
        </p:nvSpPr>
        <p:spPr>
          <a:xfrm>
            <a:off x="594360" y="5943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3"/>
          <p:cNvSpPr/>
          <p:nvPr/>
        </p:nvSpPr>
        <p:spPr>
          <a:xfrm>
            <a:off x="594360" y="594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2103120" y="5486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Critères de validation</a:t>
            </a:r>
            <a:endParaRPr lang="en-US" sz="2800" dirty="0"/>
          </a:p>
        </p:txBody>
      </p:sp>
      <p:sp>
        <p:nvSpPr>
          <p:cNvPr id="11" name="Shape 5"/>
          <p:cNvSpPr/>
          <p:nvPr/>
        </p:nvSpPr>
        <p:spPr>
          <a:xfrm>
            <a:off x="594360" y="155448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6"/>
          <p:cNvSpPr/>
          <p:nvPr/>
        </p:nvSpPr>
        <p:spPr>
          <a:xfrm>
            <a:off x="8229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822960" y="22402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Scores live sans intervention manuelle
✓  Notifications envoyées à temps
✓  Profil IA généré en &lt; 5s
✓  Multi-device sans bugs
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434840" y="155448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9"/>
          <p:cNvSpPr/>
          <p:nvPr/>
        </p:nvSpPr>
        <p:spPr>
          <a:xfrm>
            <a:off x="46634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663440" y="22402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 match terminé = classement à jour en 5 min
✓  Au moins 3 badges fonctionnels
✓  Profil IA fun et personnalisé
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8275320" y="155448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2"/>
          <p:cNvSpPr/>
          <p:nvPr/>
        </p:nvSpPr>
        <p:spPr>
          <a:xfrm>
            <a:off x="85039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503920" y="22402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Architecture documentée + schéma DB
✓  Vidéo Loom de 5 min avec démo + IA
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94360" y="5715000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0F192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5"/>
          <p:cNvSpPr/>
          <p:nvPr/>
        </p:nvSpPr>
        <p:spPr>
          <a:xfrm>
            <a:off x="777240" y="57150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🏁  Au bout du Niveau 2, les potes de Karim partagent leur profil IA sur Instagram.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-2743200"/>
            <a:ext cx="73152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657600"/>
            <a:ext cx="6400800" cy="6400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8" name="Shape 2"/>
          <p:cNvSpPr/>
          <p:nvPr/>
        </p:nvSpPr>
        <p:spPr>
          <a:xfrm>
            <a:off x="594360" y="5943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3"/>
          <p:cNvSpPr/>
          <p:nvPr/>
        </p:nvSpPr>
        <p:spPr>
          <a:xfrm>
            <a:off x="594360" y="594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2103120" y="5486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 scale</a:t>
            </a:r>
            <a:endParaRPr lang="en-US" sz="2800" dirty="0"/>
          </a:p>
        </p:txBody>
      </p:sp>
      <p:sp>
        <p:nvSpPr>
          <p:cNvPr id="11" name="Text 5"/>
          <p:cNvSpPr/>
          <p:nvPr/>
        </p:nvSpPr>
        <p:spPr>
          <a:xfrm>
            <a:off x="2103120" y="10515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VENDABLE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Multi-ligue, agent IA consultant sportif, viralité, monétisation. Un vrai produit.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594360" y="2258568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8"/>
          <p:cNvSpPr/>
          <p:nvPr/>
        </p:nvSpPr>
        <p:spPr>
          <a:xfrm>
            <a:off x="868680" y="224649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Niveau 2 +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94360" y="2679192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0"/>
          <p:cNvSpPr/>
          <p:nvPr/>
        </p:nvSpPr>
        <p:spPr>
          <a:xfrm>
            <a:off x="868680" y="266712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Multi-ligue simultanée par utilisateur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94360" y="3099816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2"/>
          <p:cNvSpPr/>
          <p:nvPr/>
        </p:nvSpPr>
        <p:spPr>
          <a:xfrm>
            <a:off x="868680" y="308774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 (modération, règles custom)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94360" y="3520440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4"/>
          <p:cNvSpPr/>
          <p:nvPr/>
        </p:nvSpPr>
        <p:spPr>
          <a:xfrm>
            <a:off x="868680" y="350837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Supabase : isolation entre ligues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94360" y="3941064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868680" y="392899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pré-match (stats, historique, prédiction)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355080" y="2258568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8"/>
          <p:cNvSpPr/>
          <p:nvPr/>
        </p:nvSpPr>
        <p:spPr>
          <a:xfrm>
            <a:off x="6629400" y="22553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Débrief IA post-match automatique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355080" y="2679192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6629400" y="26760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IA personnalisés par joueur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355080" y="3099816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2"/>
          <p:cNvSpPr/>
          <p:nvPr/>
        </p:nvSpPr>
        <p:spPr>
          <a:xfrm>
            <a:off x="6629400" y="30966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partageables auto-générées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355080" y="3520440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6629400" y="35172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pour cagnottes entre amis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355080" y="3941064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6"/>
          <p:cNvSpPr/>
          <p:nvPr/>
        </p:nvSpPr>
        <p:spPr>
          <a:xfrm>
            <a:off x="6629400" y="39378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 + edge functions + tests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1828800"/>
            <a:ext cx="73152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-2743200"/>
            <a:ext cx="7315200" cy="7315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8" name="Shape 2"/>
          <p:cNvSpPr/>
          <p:nvPr/>
        </p:nvSpPr>
        <p:spPr>
          <a:xfrm>
            <a:off x="594360" y="5943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3"/>
          <p:cNvSpPr/>
          <p:nvPr/>
        </p:nvSpPr>
        <p:spPr>
          <a:xfrm>
            <a:off x="594360" y="594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2103120" y="5486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Critères de validation</a:t>
            </a:r>
            <a:endParaRPr lang="en-US" sz="2800" dirty="0"/>
          </a:p>
        </p:txBody>
      </p:sp>
      <p:sp>
        <p:nvSpPr>
          <p:cNvPr id="11" name="Shape 5"/>
          <p:cNvSpPr/>
          <p:nvPr/>
        </p:nvSpPr>
        <p:spPr>
          <a:xfrm>
            <a:off x="594360" y="155448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6"/>
          <p:cNvSpPr/>
          <p:nvPr/>
        </p:nvSpPr>
        <p:spPr>
          <a:xfrm>
            <a:off x="8229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822960" y="22402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Multi-tenant + RLS sans fuite
✓  Agent IA décisions correctes 90%
✓  PWA installable sur mobile
✓  Tests automatisés sur flows critiques
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434840" y="155448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9"/>
          <p:cNvSpPr/>
          <p:nvPr/>
        </p:nvSpPr>
        <p:spPr>
          <a:xfrm>
            <a:off x="46634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663440" y="22402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Analyse pré-match publiée avant chaque match
✓  3+ insights actionnables par rapport IA
✓  Images partageables esthétiques
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8275320" y="155448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2"/>
          <p:cNvSpPr/>
          <p:nvPr/>
        </p:nvSpPr>
        <p:spPr>
          <a:xfrm>
            <a:off x="85039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503920" y="22402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 complète + guide utilisateur
✓  Loom 8 min + pitch deck commercial
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94360" y="5715000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0F192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5"/>
          <p:cNvSpPr/>
          <p:nvPr/>
        </p:nvSpPr>
        <p:spPr>
          <a:xfrm>
            <a:off x="777240" y="57150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🏁  Au bout du Niveau 3, tu as un produit que tu peux vendre à chaque communauté de fans.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" y="-1828800"/>
            <a:ext cx="6400800" cy="6400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657600"/>
            <a:ext cx="6400800" cy="6400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8" name="Text 2"/>
          <p:cNvSpPr/>
          <p:nvPr/>
        </p:nvSpPr>
        <p:spPr>
          <a:xfrm>
            <a:off x="59436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ALLER PLUS LOIN</a:t>
            </a:r>
            <a:endParaRPr lang="en-US" sz="1000" dirty="0"/>
          </a:p>
        </p:txBody>
      </p:sp>
      <p:sp>
        <p:nvSpPr>
          <p:cNvPr id="9" name="Text 3"/>
          <p:cNvSpPr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Étapes bonus</a:t>
            </a:r>
            <a:endParaRPr lang="en-US" sz="3200" dirty="0"/>
          </a:p>
        </p:txBody>
      </p:sp>
      <p:sp>
        <p:nvSpPr>
          <p:cNvPr id="10" name="Text 4"/>
          <p:cNvSpPr/>
          <p:nvPr/>
        </p:nvSpPr>
        <p:spPr>
          <a:xfrm>
            <a:off x="594360" y="1691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importe ton niveau — ces 3 défis s'ajoutent en cerise sur le gâteau.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594360" y="214884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6"/>
          <p:cNvSpPr/>
          <p:nvPr/>
        </p:nvSpPr>
        <p:spPr>
          <a:xfrm>
            <a:off x="1965960" y="2606040"/>
            <a:ext cx="914400" cy="914400"/>
          </a:xfrm>
          <a:prstGeom prst="ellipse">
            <a:avLst/>
          </a:prstGeom>
          <a:solidFill>
            <a:srgbClr val="08101A"/>
          </a:solidFill>
          <a:ln w="254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7"/>
          <p:cNvSpPr/>
          <p:nvPr/>
        </p:nvSpPr>
        <p:spPr>
          <a:xfrm>
            <a:off x="196596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4" name="Text 8"/>
          <p:cNvSpPr/>
          <p:nvPr/>
        </p:nvSpPr>
        <p:spPr>
          <a:xfrm>
            <a:off x="8686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1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86868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Serveur Discord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914400" y="4572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complet : channels par poule, rappels avant match, résultats en embeds, classement auto, commandes slash (/pronostic, /classement).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434840" y="214884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2"/>
          <p:cNvSpPr/>
          <p:nvPr/>
        </p:nvSpPr>
        <p:spPr>
          <a:xfrm>
            <a:off x="5806440" y="2606040"/>
            <a:ext cx="914400" cy="914400"/>
          </a:xfrm>
          <a:prstGeom prst="ellipse">
            <a:avLst/>
          </a:prstGeom>
          <a:solidFill>
            <a:srgbClr val="08101A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3"/>
          <p:cNvSpPr/>
          <p:nvPr/>
        </p:nvSpPr>
        <p:spPr>
          <a:xfrm>
            <a:off x="580644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0" name="Text 14"/>
          <p:cNvSpPr/>
          <p:nvPr/>
        </p:nvSpPr>
        <p:spPr>
          <a:xfrm>
            <a:off x="47091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2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70916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vs Humains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4754880" y="4572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fait ses propres pronostics. À la fin du tournoi, on voit qui gagne : les humains ou la machine.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275320" y="214884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9646920" y="2606040"/>
            <a:ext cx="914400" cy="914400"/>
          </a:xfrm>
          <a:prstGeom prst="ellipse">
            <a:avLst/>
          </a:prstGeom>
          <a:solidFill>
            <a:srgbClr val="08101A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19"/>
          <p:cNvSpPr/>
          <p:nvPr/>
        </p:nvSpPr>
        <p:spPr>
          <a:xfrm>
            <a:off x="964692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854964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3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54964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Phase Finale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8595360" y="4572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 spéciaux en éliminatoires : meilleur buteur, équipe surprise, score de la finale. Points bonus massifs.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1828800"/>
            <a:ext cx="73152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-2743200"/>
            <a:ext cx="7315200" cy="7315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8" name="Text 2"/>
          <p:cNvSpPr/>
          <p:nvPr/>
        </p:nvSpPr>
        <p:spPr>
          <a:xfrm>
            <a:off x="59436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9" name="Text 3"/>
          <p:cNvSpPr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rythme du mois</a:t>
            </a:r>
            <a:endParaRPr lang="en-US" sz="3200" dirty="0"/>
          </a:p>
        </p:txBody>
      </p:sp>
      <p:sp>
        <p:nvSpPr>
          <p:cNvPr id="10" name="Text 4"/>
          <p:cNvSpPr/>
          <p:nvPr/>
        </p:nvSpPr>
        <p:spPr>
          <a:xfrm>
            <a:off x="594360" y="1691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semaines. Le tournoi est EN COURS. Tu codes ET tu testes en live.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594360" y="214884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6"/>
          <p:cNvSpPr/>
          <p:nvPr/>
        </p:nvSpPr>
        <p:spPr>
          <a:xfrm>
            <a:off x="594360" y="2148840"/>
            <a:ext cx="73152" cy="41148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7"/>
          <p:cNvSpPr/>
          <p:nvPr/>
        </p:nvSpPr>
        <p:spPr>
          <a:xfrm>
            <a:off x="86868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86868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15" name="Text 9"/>
          <p:cNvSpPr/>
          <p:nvPr/>
        </p:nvSpPr>
        <p:spPr>
          <a:xfrm>
            <a:off x="86868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MVP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68680" y="4114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
</a:t>
            </a: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DB + matchs
</a:t>
            </a:r>
            <a:r>
              <a:rPr lang="en-US" sz="8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DIMANCHE
</a:t>
            </a: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 + classement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868680" y="5760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868680" y="5925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utilisable pour le premier match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3520440" y="214884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3520440" y="2148840"/>
            <a:ext cx="73152" cy="4114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5"/>
          <p:cNvSpPr/>
          <p:nvPr/>
        </p:nvSpPr>
        <p:spPr>
          <a:xfrm>
            <a:off x="379476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379476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23" name="Text 17"/>
          <p:cNvSpPr/>
          <p:nvPr/>
        </p:nvSpPr>
        <p:spPr>
          <a:xfrm>
            <a:off x="379476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 &amp; social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794760" y="4114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
</a:t>
            </a: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Football + n8n
</a:t>
            </a:r>
            <a:r>
              <a:rPr lang="en-US" sz="8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DIMANCHE
</a:t>
            </a: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Notifs + réactions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3794760" y="5760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3794760" y="5925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en live avec les vrais matchs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446520" y="214884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2"/>
          <p:cNvSpPr/>
          <p:nvPr/>
        </p:nvSpPr>
        <p:spPr>
          <a:xfrm>
            <a:off x="6446520" y="2148840"/>
            <a:ext cx="73152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3"/>
          <p:cNvSpPr/>
          <p:nvPr/>
        </p:nvSpPr>
        <p:spPr>
          <a:xfrm>
            <a:off x="672084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72084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31" name="Text 25"/>
          <p:cNvSpPr/>
          <p:nvPr/>
        </p:nvSpPr>
        <p:spPr>
          <a:xfrm>
            <a:off x="672084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&amp; polish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720840" y="4114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
</a:t>
            </a: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IA + badges
</a:t>
            </a: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DIMANCHE
</a:t>
            </a: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pré-match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720840" y="5760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6720840" y="5925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devient addictive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9372600" y="214884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0"/>
          <p:cNvSpPr/>
          <p:nvPr/>
        </p:nvSpPr>
        <p:spPr>
          <a:xfrm>
            <a:off x="9372600" y="2148840"/>
            <a:ext cx="73152" cy="4114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1"/>
          <p:cNvSpPr/>
          <p:nvPr/>
        </p:nvSpPr>
        <p:spPr>
          <a:xfrm>
            <a:off x="964692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964692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39" name="Text 33"/>
          <p:cNvSpPr/>
          <p:nvPr/>
        </p:nvSpPr>
        <p:spPr>
          <a:xfrm>
            <a:off x="964692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Viralité &amp; soutenance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9646920" y="4114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
</a:t>
            </a: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social + PWA
</a:t>
            </a:r>
            <a:r>
              <a:rPr lang="en-US" sz="8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DIMANCHE
</a:t>
            </a: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#02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9646920" y="5760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</a:t>
            </a:r>
            <a:endParaRPr lang="en-US" sz="700" dirty="0"/>
          </a:p>
        </p:txBody>
      </p:sp>
      <p:sp>
        <p:nvSpPr>
          <p:cNvPr id="42" name="Text 36"/>
          <p:cNvSpPr/>
          <p:nvPr/>
        </p:nvSpPr>
        <p:spPr>
          <a:xfrm>
            <a:off x="9646920" y="5925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classements, vrais résultats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0"/>
            <a:ext cx="73152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0"/>
            <a:ext cx="7315200" cy="7315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</a:t>
            </a: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1097280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8" name="Text 2"/>
          <p:cNvSpPr/>
          <p:nvPr/>
        </p:nvSpPr>
        <p:spPr>
          <a:xfrm>
            <a:off x="59436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</a:t>
            </a:r>
            <a:endParaRPr lang="en-US" sz="1000" dirty="0"/>
          </a:p>
        </p:txBody>
      </p:sp>
      <p:sp>
        <p:nvSpPr>
          <p:cNvPr id="9" name="Text 3"/>
          <p:cNvSpPr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Critères de soutenance</a:t>
            </a:r>
            <a:endParaRPr lang="en-US" sz="3200" dirty="0"/>
          </a:p>
        </p:txBody>
      </p:sp>
      <p:sp>
        <p:nvSpPr>
          <p:cNvPr id="10" name="Text 4"/>
          <p:cNvSpPr/>
          <p:nvPr/>
        </p:nvSpPr>
        <p:spPr>
          <a:xfrm>
            <a:off x="594360" y="1691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dimanche du mois — 5 minutes pour briller.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594360" y="219456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6"/>
          <p:cNvSpPr/>
          <p:nvPr/>
        </p:nvSpPr>
        <p:spPr>
          <a:xfrm>
            <a:off x="86868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min</a:t>
            </a:r>
            <a:endParaRPr lang="en-US" sz="3200" dirty="0"/>
          </a:p>
        </p:txBody>
      </p:sp>
      <p:sp>
        <p:nvSpPr>
          <p:cNvPr id="13" name="Text 7"/>
          <p:cNvSpPr/>
          <p:nvPr/>
        </p:nvSpPr>
        <p:spPr>
          <a:xfrm>
            <a:off x="86868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868680" y="3566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niveau (1, 2 ou 3), ce que tu as construit, et pourquoi.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434840" y="219456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0"/>
          <p:cNvSpPr/>
          <p:nvPr/>
        </p:nvSpPr>
        <p:spPr>
          <a:xfrm>
            <a:off x="470916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min</a:t>
            </a:r>
            <a:endParaRPr lang="en-US" sz="3200" dirty="0"/>
          </a:p>
        </p:txBody>
      </p:sp>
      <p:sp>
        <p:nvSpPr>
          <p:cNvPr id="17" name="Text 11"/>
          <p:cNvSpPr/>
          <p:nvPr/>
        </p:nvSpPr>
        <p:spPr>
          <a:xfrm>
            <a:off x="470916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DÉMO LIVE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709160" y="3566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slides. Tu montres l'app avec de vrais pronostics et de vrais résultats de la Coupe du Monde.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8275320" y="219456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0F1923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4"/>
          <p:cNvSpPr/>
          <p:nvPr/>
        </p:nvSpPr>
        <p:spPr>
          <a:xfrm>
            <a:off x="854964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min</a:t>
            </a:r>
            <a:endParaRPr lang="en-US" sz="3200" dirty="0"/>
          </a:p>
        </p:txBody>
      </p:sp>
      <p:sp>
        <p:nvSpPr>
          <p:cNvPr id="21" name="Text 15"/>
          <p:cNvSpPr/>
          <p:nvPr/>
        </p:nvSpPr>
        <p:spPr>
          <a:xfrm>
            <a:off x="85496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COULISSES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549640" y="3566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dur, quel SPEC t'a bloqué, quel prompt t'a débloqué.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94360" y="4983480"/>
            <a:ext cx="10972800" cy="1417320"/>
          </a:xfrm>
          <a:prstGeom prst="roundRect">
            <a:avLst>
              <a:gd name="adj" fmla="val 6452"/>
            </a:avLst>
          </a:prstGeom>
          <a:solidFill>
            <a:srgbClr val="0F192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8"/>
          <p:cNvSpPr/>
          <p:nvPr/>
        </p:nvSpPr>
        <p:spPr>
          <a:xfrm>
            <a:off x="777240" y="5120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ÉVALUÉ SUR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77240" y="54406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
</a:t>
            </a:r>
            <a:r>
              <a:rPr lang="en-US" sz="9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marche ?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898648" y="54406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
</a:t>
            </a:r>
            <a:r>
              <a:rPr lang="en-US" sz="9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fun ?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0056" y="54406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
</a:t>
            </a:r>
            <a:r>
              <a:rPr lang="en-US" sz="9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beau ?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141464" y="54406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
</a:t>
            </a:r>
            <a:r>
              <a:rPr lang="en-US" sz="9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propres ?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262872" y="54406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
</a:t>
            </a:r>
            <a:r>
              <a:rPr lang="en-US" sz="9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veut jouer ?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" y="-1828800"/>
            <a:ext cx="9144000" cy="9144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657600"/>
            <a:ext cx="7315200" cy="7315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61520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21424"/>
            <a:ext cx="1216152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DEENCODE  ·  CHALLENGE #02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59436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A8B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 n'existe pas.</a:t>
            </a:r>
            <a:endParaRPr lang="en-US" sz="3600" dirty="0"/>
          </a:p>
        </p:txBody>
      </p:sp>
      <p:sp>
        <p:nvSpPr>
          <p:cNvPr id="8" name="Text 2"/>
          <p:cNvSpPr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son groupe Discord, si.</a:t>
            </a:r>
            <a:endParaRPr lang="en-US" sz="3600" dirty="0"/>
          </a:p>
        </p:txBody>
      </p:sp>
      <p:sp>
        <p:nvSpPr>
          <p:cNvPr id="9" name="Text 3"/>
          <p:cNvSpPr/>
          <p:nvPr/>
        </p:nvSpPr>
        <p:spPr>
          <a:xfrm>
            <a:off x="594360" y="2880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équipes. 104 matchs. 39 jours.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millions de fans qui veulent vivre le tournoi avec leurs amis.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594360" y="39776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0F1923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5"/>
          <p:cNvSpPr/>
          <p:nvPr/>
        </p:nvSpPr>
        <p:spPr>
          <a:xfrm>
            <a:off x="86868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01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868680" y="4389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 respire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868680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Google Sheet. Le classement est automatique.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4434840" y="39776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0F1923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9"/>
          <p:cNvSpPr/>
          <p:nvPr/>
        </p:nvSpPr>
        <p:spPr>
          <a:xfrm>
            <a:off x="470916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02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709160" y="4389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 kiffe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4709160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live, profils IA, badges. Ses potes sont accros.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8275320" y="39776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0F1923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3"/>
          <p:cNvSpPr/>
          <p:nvPr/>
        </p:nvSpPr>
        <p:spPr>
          <a:xfrm>
            <a:off x="854964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03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549640" y="4389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 scale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8549640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vendable à chaque communauté de fans.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as 4 semaines. Le tournoi a commencé. Construis.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Apprends. Construis. Vis de l'IA.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1433</Words>
  <Application>Microsoft Office PowerPoint</Application>
  <PresentationFormat>Grand écran</PresentationFormat>
  <Paragraphs>222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 #02 - Le Prono du GOAT</dc:title>
  <dc:subject>PptxGenJS Presentation</dc:subject>
  <dc:creator>Deencode Academy</dc:creator>
  <cp:lastModifiedBy>Hassan Kaid</cp:lastModifiedBy>
  <cp:revision>2</cp:revision>
  <dcterms:created xsi:type="dcterms:W3CDTF">2026-06-10T13:07:39Z</dcterms:created>
  <dcterms:modified xsi:type="dcterms:W3CDTF">2026-06-10T13:18:26Z</dcterms:modified>
</cp:coreProperties>
</file>